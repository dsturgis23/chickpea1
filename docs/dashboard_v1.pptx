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6BCB75-D0E3-4D72-AC55-8025B7B97FAC}" type="doc">
      <dgm:prSet loTypeId="urn:microsoft.com/office/officeart/2008/layout/LinedList" loCatId="list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A5C9C478-136A-4096-BE2C-93DF9CFF82E0}">
      <dgm:prSet/>
      <dgm:spPr/>
      <dgm:t>
        <a:bodyPr/>
        <a:lstStyle/>
        <a:p>
          <a:r>
            <a:rPr lang="en-GB"/>
            <a:t>User logs in through Streamlit's authentication system, which checks environment variables and secrets for credentials</a:t>
          </a:r>
          <a:endParaRPr lang="en-US"/>
        </a:p>
      </dgm:t>
    </dgm:pt>
    <dgm:pt modelId="{5D18FAAB-F0C5-4594-BD23-D9D1F048D592}" type="parTrans" cxnId="{1A5BEE25-B5E4-4366-8BA9-E90DD90092CE}">
      <dgm:prSet/>
      <dgm:spPr/>
      <dgm:t>
        <a:bodyPr/>
        <a:lstStyle/>
        <a:p>
          <a:endParaRPr lang="en-US"/>
        </a:p>
      </dgm:t>
    </dgm:pt>
    <dgm:pt modelId="{4C2452B2-E574-4FA7-8D29-E68351A7FDA2}" type="sibTrans" cxnId="{1A5BEE25-B5E4-4366-8BA9-E90DD90092CE}">
      <dgm:prSet/>
      <dgm:spPr/>
      <dgm:t>
        <a:bodyPr/>
        <a:lstStyle/>
        <a:p>
          <a:endParaRPr lang="en-US"/>
        </a:p>
      </dgm:t>
    </dgm:pt>
    <dgm:pt modelId="{832D7174-6CA2-466A-9857-1B1B0003F3D5}">
      <dgm:prSet/>
      <dgm:spPr/>
      <dgm:t>
        <a:bodyPr/>
        <a:lstStyle/>
        <a:p>
          <a:r>
            <a:rPr lang="en-GB"/>
            <a:t>The Streamlit app connects to the SevenRooms API to fetch reservation data</a:t>
          </a:r>
          <a:endParaRPr lang="en-US"/>
        </a:p>
      </dgm:t>
    </dgm:pt>
    <dgm:pt modelId="{A34CAB98-67F2-4B40-8BE1-188C1E7DF6D3}" type="parTrans" cxnId="{5CC41850-148E-4AFB-A594-8CA53FEF4474}">
      <dgm:prSet/>
      <dgm:spPr/>
      <dgm:t>
        <a:bodyPr/>
        <a:lstStyle/>
        <a:p>
          <a:endParaRPr lang="en-US"/>
        </a:p>
      </dgm:t>
    </dgm:pt>
    <dgm:pt modelId="{04A9B0E7-8724-424E-A2DF-D0ABF2132BE9}" type="sibTrans" cxnId="{5CC41850-148E-4AFB-A594-8CA53FEF4474}">
      <dgm:prSet/>
      <dgm:spPr/>
      <dgm:t>
        <a:bodyPr/>
        <a:lstStyle/>
        <a:p>
          <a:endParaRPr lang="en-US"/>
        </a:p>
      </dgm:t>
    </dgm:pt>
    <dgm:pt modelId="{D79EE1EF-177B-4369-8DD2-10AE4E8B384E}">
      <dgm:prSet/>
      <dgm:spPr/>
      <dgm:t>
        <a:bodyPr/>
        <a:lstStyle/>
        <a:p>
          <a:r>
            <a:rPr lang="en-GB"/>
            <a:t>The system processes the raw data from SevenRooms and transforms it into a usable format</a:t>
          </a:r>
          <a:endParaRPr lang="en-US"/>
        </a:p>
      </dgm:t>
    </dgm:pt>
    <dgm:pt modelId="{83F67A4E-B5EE-494C-B05E-FEA1AE4F180A}" type="parTrans" cxnId="{627DCDC6-72B2-4046-AC60-DAEC0E58F270}">
      <dgm:prSet/>
      <dgm:spPr/>
      <dgm:t>
        <a:bodyPr/>
        <a:lstStyle/>
        <a:p>
          <a:endParaRPr lang="en-US"/>
        </a:p>
      </dgm:t>
    </dgm:pt>
    <dgm:pt modelId="{BF245F17-1E7A-4ED8-BF72-9782658E042A}" type="sibTrans" cxnId="{627DCDC6-72B2-4046-AC60-DAEC0E58F270}">
      <dgm:prSet/>
      <dgm:spPr/>
      <dgm:t>
        <a:bodyPr/>
        <a:lstStyle/>
        <a:p>
          <a:endParaRPr lang="en-US"/>
        </a:p>
      </dgm:t>
    </dgm:pt>
    <dgm:pt modelId="{63BFCD51-72F4-4111-9C40-AF137B8E8E24}">
      <dgm:prSet/>
      <dgm:spPr/>
      <dgm:t>
        <a:bodyPr/>
        <a:lstStyle/>
        <a:p>
          <a:r>
            <a:rPr lang="en-US"/>
            <a:t>Python code written on local computer and pushed to Github repo</a:t>
          </a:r>
        </a:p>
      </dgm:t>
    </dgm:pt>
    <dgm:pt modelId="{0B40B8B1-69A1-451B-8E14-84E892842DCB}" type="parTrans" cxnId="{74B0F8CE-CF2F-4C72-8B66-529807E2CED0}">
      <dgm:prSet/>
      <dgm:spPr/>
      <dgm:t>
        <a:bodyPr/>
        <a:lstStyle/>
        <a:p>
          <a:endParaRPr lang="en-US"/>
        </a:p>
      </dgm:t>
    </dgm:pt>
    <dgm:pt modelId="{F3D5E25A-FC05-4672-8A3E-D22E44946461}" type="sibTrans" cxnId="{74B0F8CE-CF2F-4C72-8B66-529807E2CED0}">
      <dgm:prSet/>
      <dgm:spPr/>
      <dgm:t>
        <a:bodyPr/>
        <a:lstStyle/>
        <a:p>
          <a:endParaRPr lang="en-US"/>
        </a:p>
      </dgm:t>
    </dgm:pt>
    <dgm:pt modelId="{97577304-3A27-054B-8E45-498634D681B3}" type="pres">
      <dgm:prSet presAssocID="{D96BCB75-D0E3-4D72-AC55-8025B7B97FAC}" presName="vert0" presStyleCnt="0">
        <dgm:presLayoutVars>
          <dgm:dir/>
          <dgm:animOne val="branch"/>
          <dgm:animLvl val="lvl"/>
        </dgm:presLayoutVars>
      </dgm:prSet>
      <dgm:spPr/>
    </dgm:pt>
    <dgm:pt modelId="{34D00EA6-F31B-E24A-91E7-0ED20ABF1CDF}" type="pres">
      <dgm:prSet presAssocID="{A5C9C478-136A-4096-BE2C-93DF9CFF82E0}" presName="thickLine" presStyleLbl="alignNode1" presStyleIdx="0" presStyleCnt="4"/>
      <dgm:spPr/>
    </dgm:pt>
    <dgm:pt modelId="{D4605DC9-E93B-FB42-85FC-8E9B4F89E74B}" type="pres">
      <dgm:prSet presAssocID="{A5C9C478-136A-4096-BE2C-93DF9CFF82E0}" presName="horz1" presStyleCnt="0"/>
      <dgm:spPr/>
    </dgm:pt>
    <dgm:pt modelId="{A76A690E-D59F-7343-9567-F49593655E47}" type="pres">
      <dgm:prSet presAssocID="{A5C9C478-136A-4096-BE2C-93DF9CFF82E0}" presName="tx1" presStyleLbl="revTx" presStyleIdx="0" presStyleCnt="4"/>
      <dgm:spPr/>
    </dgm:pt>
    <dgm:pt modelId="{4FCD02AF-AC8A-AA42-8D05-46C673346AA3}" type="pres">
      <dgm:prSet presAssocID="{A5C9C478-136A-4096-BE2C-93DF9CFF82E0}" presName="vert1" presStyleCnt="0"/>
      <dgm:spPr/>
    </dgm:pt>
    <dgm:pt modelId="{9ABB80DA-EE0E-9D41-8A18-2B46EF912DB3}" type="pres">
      <dgm:prSet presAssocID="{832D7174-6CA2-466A-9857-1B1B0003F3D5}" presName="thickLine" presStyleLbl="alignNode1" presStyleIdx="1" presStyleCnt="4"/>
      <dgm:spPr/>
    </dgm:pt>
    <dgm:pt modelId="{2FEBA182-E392-5148-83B4-6AE5A9B1CCFB}" type="pres">
      <dgm:prSet presAssocID="{832D7174-6CA2-466A-9857-1B1B0003F3D5}" presName="horz1" presStyleCnt="0"/>
      <dgm:spPr/>
    </dgm:pt>
    <dgm:pt modelId="{18CA429A-A007-FA4E-88FE-86C5725FDEC3}" type="pres">
      <dgm:prSet presAssocID="{832D7174-6CA2-466A-9857-1B1B0003F3D5}" presName="tx1" presStyleLbl="revTx" presStyleIdx="1" presStyleCnt="4"/>
      <dgm:spPr/>
    </dgm:pt>
    <dgm:pt modelId="{BBD647A9-6E81-D442-993B-5E5F6F9EAAD8}" type="pres">
      <dgm:prSet presAssocID="{832D7174-6CA2-466A-9857-1B1B0003F3D5}" presName="vert1" presStyleCnt="0"/>
      <dgm:spPr/>
    </dgm:pt>
    <dgm:pt modelId="{DAD47347-D1A5-0147-B4BC-106617E57EA8}" type="pres">
      <dgm:prSet presAssocID="{D79EE1EF-177B-4369-8DD2-10AE4E8B384E}" presName="thickLine" presStyleLbl="alignNode1" presStyleIdx="2" presStyleCnt="4"/>
      <dgm:spPr/>
    </dgm:pt>
    <dgm:pt modelId="{7CC16B9A-2351-F949-9A12-25CE457527DE}" type="pres">
      <dgm:prSet presAssocID="{D79EE1EF-177B-4369-8DD2-10AE4E8B384E}" presName="horz1" presStyleCnt="0"/>
      <dgm:spPr/>
    </dgm:pt>
    <dgm:pt modelId="{BB22C3F6-442E-1548-8D18-0D5DC3699C81}" type="pres">
      <dgm:prSet presAssocID="{D79EE1EF-177B-4369-8DD2-10AE4E8B384E}" presName="tx1" presStyleLbl="revTx" presStyleIdx="2" presStyleCnt="4"/>
      <dgm:spPr/>
    </dgm:pt>
    <dgm:pt modelId="{591B157F-112D-934D-A7CB-577057635259}" type="pres">
      <dgm:prSet presAssocID="{D79EE1EF-177B-4369-8DD2-10AE4E8B384E}" presName="vert1" presStyleCnt="0"/>
      <dgm:spPr/>
    </dgm:pt>
    <dgm:pt modelId="{5F731636-7CE1-F848-8BC4-B964199E0F7A}" type="pres">
      <dgm:prSet presAssocID="{63BFCD51-72F4-4111-9C40-AF137B8E8E24}" presName="thickLine" presStyleLbl="alignNode1" presStyleIdx="3" presStyleCnt="4"/>
      <dgm:spPr/>
    </dgm:pt>
    <dgm:pt modelId="{109D36B9-DC28-3249-A5AC-4644DA6C4A20}" type="pres">
      <dgm:prSet presAssocID="{63BFCD51-72F4-4111-9C40-AF137B8E8E24}" presName="horz1" presStyleCnt="0"/>
      <dgm:spPr/>
    </dgm:pt>
    <dgm:pt modelId="{14D347D5-16A2-6E4F-BAC7-DACB9EE37CDF}" type="pres">
      <dgm:prSet presAssocID="{63BFCD51-72F4-4111-9C40-AF137B8E8E24}" presName="tx1" presStyleLbl="revTx" presStyleIdx="3" presStyleCnt="4"/>
      <dgm:spPr/>
    </dgm:pt>
    <dgm:pt modelId="{13D415F7-3153-B340-B94F-BAE13E479485}" type="pres">
      <dgm:prSet presAssocID="{63BFCD51-72F4-4111-9C40-AF137B8E8E24}" presName="vert1" presStyleCnt="0"/>
      <dgm:spPr/>
    </dgm:pt>
  </dgm:ptLst>
  <dgm:cxnLst>
    <dgm:cxn modelId="{CCE33E04-4960-8E4B-8479-7AD69B02F0CF}" type="presOf" srcId="{D96BCB75-D0E3-4D72-AC55-8025B7B97FAC}" destId="{97577304-3A27-054B-8E45-498634D681B3}" srcOrd="0" destOrd="0" presId="urn:microsoft.com/office/officeart/2008/layout/LinedList"/>
    <dgm:cxn modelId="{0288A425-7B69-0E46-815B-3B6D82992AAA}" type="presOf" srcId="{832D7174-6CA2-466A-9857-1B1B0003F3D5}" destId="{18CA429A-A007-FA4E-88FE-86C5725FDEC3}" srcOrd="0" destOrd="0" presId="urn:microsoft.com/office/officeart/2008/layout/LinedList"/>
    <dgm:cxn modelId="{1A5BEE25-B5E4-4366-8BA9-E90DD90092CE}" srcId="{D96BCB75-D0E3-4D72-AC55-8025B7B97FAC}" destId="{A5C9C478-136A-4096-BE2C-93DF9CFF82E0}" srcOrd="0" destOrd="0" parTransId="{5D18FAAB-F0C5-4594-BD23-D9D1F048D592}" sibTransId="{4C2452B2-E574-4FA7-8D29-E68351A7FDA2}"/>
    <dgm:cxn modelId="{5CC41850-148E-4AFB-A594-8CA53FEF4474}" srcId="{D96BCB75-D0E3-4D72-AC55-8025B7B97FAC}" destId="{832D7174-6CA2-466A-9857-1B1B0003F3D5}" srcOrd="1" destOrd="0" parTransId="{A34CAB98-67F2-4B40-8BE1-188C1E7DF6D3}" sibTransId="{04A9B0E7-8724-424E-A2DF-D0ABF2132BE9}"/>
    <dgm:cxn modelId="{F82B1C50-E69A-7D42-9538-78EE22E1068F}" type="presOf" srcId="{D79EE1EF-177B-4369-8DD2-10AE4E8B384E}" destId="{BB22C3F6-442E-1548-8D18-0D5DC3699C81}" srcOrd="0" destOrd="0" presId="urn:microsoft.com/office/officeart/2008/layout/LinedList"/>
    <dgm:cxn modelId="{627DCDC6-72B2-4046-AC60-DAEC0E58F270}" srcId="{D96BCB75-D0E3-4D72-AC55-8025B7B97FAC}" destId="{D79EE1EF-177B-4369-8DD2-10AE4E8B384E}" srcOrd="2" destOrd="0" parTransId="{83F67A4E-B5EE-494C-B05E-FEA1AE4F180A}" sibTransId="{BF245F17-1E7A-4ED8-BF72-9782658E042A}"/>
    <dgm:cxn modelId="{6B1A63CC-E9A0-8E49-9E40-70058E9C9F17}" type="presOf" srcId="{A5C9C478-136A-4096-BE2C-93DF9CFF82E0}" destId="{A76A690E-D59F-7343-9567-F49593655E47}" srcOrd="0" destOrd="0" presId="urn:microsoft.com/office/officeart/2008/layout/LinedList"/>
    <dgm:cxn modelId="{74B0F8CE-CF2F-4C72-8B66-529807E2CED0}" srcId="{D96BCB75-D0E3-4D72-AC55-8025B7B97FAC}" destId="{63BFCD51-72F4-4111-9C40-AF137B8E8E24}" srcOrd="3" destOrd="0" parTransId="{0B40B8B1-69A1-451B-8E14-84E892842DCB}" sibTransId="{F3D5E25A-FC05-4672-8A3E-D22E44946461}"/>
    <dgm:cxn modelId="{7A7FFFD8-9DC4-5941-9556-ADADB57B3D24}" type="presOf" srcId="{63BFCD51-72F4-4111-9C40-AF137B8E8E24}" destId="{14D347D5-16A2-6E4F-BAC7-DACB9EE37CDF}" srcOrd="0" destOrd="0" presId="urn:microsoft.com/office/officeart/2008/layout/LinedList"/>
    <dgm:cxn modelId="{BA953E78-FE3B-A549-8FFE-66F20E3A61C2}" type="presParOf" srcId="{97577304-3A27-054B-8E45-498634D681B3}" destId="{34D00EA6-F31B-E24A-91E7-0ED20ABF1CDF}" srcOrd="0" destOrd="0" presId="urn:microsoft.com/office/officeart/2008/layout/LinedList"/>
    <dgm:cxn modelId="{4EF9932F-DF8B-0F49-A521-E5E7D19AEC19}" type="presParOf" srcId="{97577304-3A27-054B-8E45-498634D681B3}" destId="{D4605DC9-E93B-FB42-85FC-8E9B4F89E74B}" srcOrd="1" destOrd="0" presId="urn:microsoft.com/office/officeart/2008/layout/LinedList"/>
    <dgm:cxn modelId="{8A20D36A-8993-8044-9E84-7C1FE6C2B541}" type="presParOf" srcId="{D4605DC9-E93B-FB42-85FC-8E9B4F89E74B}" destId="{A76A690E-D59F-7343-9567-F49593655E47}" srcOrd="0" destOrd="0" presId="urn:microsoft.com/office/officeart/2008/layout/LinedList"/>
    <dgm:cxn modelId="{AF7B3BD3-5842-C840-AC8A-F6F6914B264E}" type="presParOf" srcId="{D4605DC9-E93B-FB42-85FC-8E9B4F89E74B}" destId="{4FCD02AF-AC8A-AA42-8D05-46C673346AA3}" srcOrd="1" destOrd="0" presId="urn:microsoft.com/office/officeart/2008/layout/LinedList"/>
    <dgm:cxn modelId="{BA85688D-3943-6C4E-84D9-582C6F30A52F}" type="presParOf" srcId="{97577304-3A27-054B-8E45-498634D681B3}" destId="{9ABB80DA-EE0E-9D41-8A18-2B46EF912DB3}" srcOrd="2" destOrd="0" presId="urn:microsoft.com/office/officeart/2008/layout/LinedList"/>
    <dgm:cxn modelId="{32B2C4E8-1F56-A74A-8878-9C7D3B77C7E3}" type="presParOf" srcId="{97577304-3A27-054B-8E45-498634D681B3}" destId="{2FEBA182-E392-5148-83B4-6AE5A9B1CCFB}" srcOrd="3" destOrd="0" presId="urn:microsoft.com/office/officeart/2008/layout/LinedList"/>
    <dgm:cxn modelId="{26A26914-0A5A-0940-AAEC-A140F5D75DEF}" type="presParOf" srcId="{2FEBA182-E392-5148-83B4-6AE5A9B1CCFB}" destId="{18CA429A-A007-FA4E-88FE-86C5725FDEC3}" srcOrd="0" destOrd="0" presId="urn:microsoft.com/office/officeart/2008/layout/LinedList"/>
    <dgm:cxn modelId="{68A1F57B-FE3D-894F-BA0A-115A741A017C}" type="presParOf" srcId="{2FEBA182-E392-5148-83B4-6AE5A9B1CCFB}" destId="{BBD647A9-6E81-D442-993B-5E5F6F9EAAD8}" srcOrd="1" destOrd="0" presId="urn:microsoft.com/office/officeart/2008/layout/LinedList"/>
    <dgm:cxn modelId="{93D5D5F7-D14B-3640-B52D-17103C240731}" type="presParOf" srcId="{97577304-3A27-054B-8E45-498634D681B3}" destId="{DAD47347-D1A5-0147-B4BC-106617E57EA8}" srcOrd="4" destOrd="0" presId="urn:microsoft.com/office/officeart/2008/layout/LinedList"/>
    <dgm:cxn modelId="{5B19AB26-1EC7-3249-9D96-F825F9D2E3B5}" type="presParOf" srcId="{97577304-3A27-054B-8E45-498634D681B3}" destId="{7CC16B9A-2351-F949-9A12-25CE457527DE}" srcOrd="5" destOrd="0" presId="urn:microsoft.com/office/officeart/2008/layout/LinedList"/>
    <dgm:cxn modelId="{4953C655-B86A-8C4A-99AD-4B5EEA58D085}" type="presParOf" srcId="{7CC16B9A-2351-F949-9A12-25CE457527DE}" destId="{BB22C3F6-442E-1548-8D18-0D5DC3699C81}" srcOrd="0" destOrd="0" presId="urn:microsoft.com/office/officeart/2008/layout/LinedList"/>
    <dgm:cxn modelId="{C4133759-CD7E-CF47-AB26-35AD525B78DB}" type="presParOf" srcId="{7CC16B9A-2351-F949-9A12-25CE457527DE}" destId="{591B157F-112D-934D-A7CB-577057635259}" srcOrd="1" destOrd="0" presId="urn:microsoft.com/office/officeart/2008/layout/LinedList"/>
    <dgm:cxn modelId="{D97A3000-F4EC-8749-8E62-4E3B87FDD42D}" type="presParOf" srcId="{97577304-3A27-054B-8E45-498634D681B3}" destId="{5F731636-7CE1-F848-8BC4-B964199E0F7A}" srcOrd="6" destOrd="0" presId="urn:microsoft.com/office/officeart/2008/layout/LinedList"/>
    <dgm:cxn modelId="{12B5D8D4-15A8-D242-8768-318B49257032}" type="presParOf" srcId="{97577304-3A27-054B-8E45-498634D681B3}" destId="{109D36B9-DC28-3249-A5AC-4644DA6C4A20}" srcOrd="7" destOrd="0" presId="urn:microsoft.com/office/officeart/2008/layout/LinedList"/>
    <dgm:cxn modelId="{32344A4C-8BA5-A147-8EF3-4CFDA80B4DF7}" type="presParOf" srcId="{109D36B9-DC28-3249-A5AC-4644DA6C4A20}" destId="{14D347D5-16A2-6E4F-BAC7-DACB9EE37CDF}" srcOrd="0" destOrd="0" presId="urn:microsoft.com/office/officeart/2008/layout/LinedList"/>
    <dgm:cxn modelId="{754B2A25-EFE0-B545-BB0D-76B5FA669A0A}" type="presParOf" srcId="{109D36B9-DC28-3249-A5AC-4644DA6C4A20}" destId="{13D415F7-3153-B340-B94F-BAE13E47948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C041BD6-0CB8-4F3C-96B4-3E67F0C0F1D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5A2F2C4-9668-40B5-93DE-55D4432E6B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Additional functionality</a:t>
          </a:r>
        </a:p>
      </dgm:t>
    </dgm:pt>
    <dgm:pt modelId="{AB500643-E3DA-43DB-A1B5-22356AE09AD3}" type="parTrans" cxnId="{30053E26-48C2-4140-909F-21B63063CAF6}">
      <dgm:prSet/>
      <dgm:spPr/>
      <dgm:t>
        <a:bodyPr/>
        <a:lstStyle/>
        <a:p>
          <a:endParaRPr lang="en-US"/>
        </a:p>
      </dgm:t>
    </dgm:pt>
    <dgm:pt modelId="{D9A18A38-2AFC-44B6-B21F-90806151BC17}" type="sibTrans" cxnId="{30053E26-48C2-4140-909F-21B63063CAF6}">
      <dgm:prSet/>
      <dgm:spPr/>
      <dgm:t>
        <a:bodyPr/>
        <a:lstStyle/>
        <a:p>
          <a:endParaRPr lang="en-US"/>
        </a:p>
      </dgm:t>
    </dgm:pt>
    <dgm:pt modelId="{A703D10E-6147-4559-A00E-372F4B85F5D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Speed (host on our own server e.g. AWS (~£15/month)</a:t>
          </a:r>
        </a:p>
      </dgm:t>
    </dgm:pt>
    <dgm:pt modelId="{A37FE310-21D8-429B-8E09-4EBB3C4A08CB}" type="parTrans" cxnId="{AB9DB8CF-DD66-44EF-81FE-1E6FB320BBDD}">
      <dgm:prSet/>
      <dgm:spPr/>
      <dgm:t>
        <a:bodyPr/>
        <a:lstStyle/>
        <a:p>
          <a:endParaRPr lang="en-US"/>
        </a:p>
      </dgm:t>
    </dgm:pt>
    <dgm:pt modelId="{9909BB97-6FED-4B3A-AB2A-3037EF25B4DB}" type="sibTrans" cxnId="{AB9DB8CF-DD66-44EF-81FE-1E6FB320BBDD}">
      <dgm:prSet/>
      <dgm:spPr/>
      <dgm:t>
        <a:bodyPr/>
        <a:lstStyle/>
        <a:p>
          <a:endParaRPr lang="en-US"/>
        </a:p>
      </dgm:t>
    </dgm:pt>
    <dgm:pt modelId="{11043B42-F1C4-4F8D-AA26-85E92099248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Security (individual usernames/passwords)</a:t>
          </a:r>
        </a:p>
      </dgm:t>
    </dgm:pt>
    <dgm:pt modelId="{88C29F79-89B6-45F0-A9ED-F6620CA401F5}" type="parTrans" cxnId="{79D9274F-EB8D-4859-B4D4-2B59E50281D0}">
      <dgm:prSet/>
      <dgm:spPr/>
      <dgm:t>
        <a:bodyPr/>
        <a:lstStyle/>
        <a:p>
          <a:endParaRPr lang="en-US"/>
        </a:p>
      </dgm:t>
    </dgm:pt>
    <dgm:pt modelId="{5A6C22E8-5F48-4017-B9D4-2220F1587921}" type="sibTrans" cxnId="{79D9274F-EB8D-4859-B4D4-2B59E50281D0}">
      <dgm:prSet/>
      <dgm:spPr/>
      <dgm:t>
        <a:bodyPr/>
        <a:lstStyle/>
        <a:p>
          <a:endParaRPr lang="en-US"/>
        </a:p>
      </dgm:t>
    </dgm:pt>
    <dgm:pt modelId="{D3266598-AF84-44C5-8156-40F740C3A86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Add API calls to ChatGPT for feedback analysis (requires API account)</a:t>
          </a:r>
        </a:p>
      </dgm:t>
    </dgm:pt>
    <dgm:pt modelId="{56665024-596F-409B-8F76-A33D066447B5}" type="parTrans" cxnId="{E8BFE056-CC96-4E8E-A7AF-423E1830CCD6}">
      <dgm:prSet/>
      <dgm:spPr/>
      <dgm:t>
        <a:bodyPr/>
        <a:lstStyle/>
        <a:p>
          <a:endParaRPr lang="en-US"/>
        </a:p>
      </dgm:t>
    </dgm:pt>
    <dgm:pt modelId="{502F4CED-788B-478C-B636-0E253B9FE3D5}" type="sibTrans" cxnId="{E8BFE056-CC96-4E8E-A7AF-423E1830CCD6}">
      <dgm:prSet/>
      <dgm:spPr/>
      <dgm:t>
        <a:bodyPr/>
        <a:lstStyle/>
        <a:p>
          <a:endParaRPr lang="en-US"/>
        </a:p>
      </dgm:t>
    </dgm:pt>
    <dgm:pt modelId="{4CB24BEF-9B63-294D-B494-A7A623EC51DC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Integrate room bookings</a:t>
          </a:r>
        </a:p>
      </dgm:t>
    </dgm:pt>
    <dgm:pt modelId="{6FC7C864-2F38-C24F-AF83-E6EEAAB15781}" type="parTrans" cxnId="{CC137814-BD6E-E542-B3C0-157E29C0093E}">
      <dgm:prSet/>
      <dgm:spPr/>
      <dgm:t>
        <a:bodyPr/>
        <a:lstStyle/>
        <a:p>
          <a:endParaRPr lang="en-GB"/>
        </a:p>
      </dgm:t>
    </dgm:pt>
    <dgm:pt modelId="{496780EF-3ECE-054F-8608-1E297EADF763}" type="sibTrans" cxnId="{CC137814-BD6E-E542-B3C0-157E29C0093E}">
      <dgm:prSet/>
      <dgm:spPr/>
      <dgm:t>
        <a:bodyPr/>
        <a:lstStyle/>
        <a:p>
          <a:endParaRPr lang="en-GB"/>
        </a:p>
      </dgm:t>
    </dgm:pt>
    <dgm:pt modelId="{C493BA05-3F40-492A-8122-9AF32A581316}" type="pres">
      <dgm:prSet presAssocID="{4C041BD6-0CB8-4F3C-96B4-3E67F0C0F1D4}" presName="root" presStyleCnt="0">
        <dgm:presLayoutVars>
          <dgm:dir/>
          <dgm:resizeHandles val="exact"/>
        </dgm:presLayoutVars>
      </dgm:prSet>
      <dgm:spPr/>
    </dgm:pt>
    <dgm:pt modelId="{FD6012F6-8703-43A7-AF5E-C7BF2FD7D010}" type="pres">
      <dgm:prSet presAssocID="{25A2F2C4-9668-40B5-93DE-55D4432E6B8C}" presName="compNode" presStyleCnt="0"/>
      <dgm:spPr/>
    </dgm:pt>
    <dgm:pt modelId="{3B48C811-62BF-47C3-B43E-2A67FAC2AE66}" type="pres">
      <dgm:prSet presAssocID="{25A2F2C4-9668-40B5-93DE-55D4432E6B8C}" presName="bgRect" presStyleLbl="bgShp" presStyleIdx="0" presStyleCnt="5"/>
      <dgm:spPr/>
    </dgm:pt>
    <dgm:pt modelId="{4ADE2E14-4587-4538-BD23-452848E69BCC}" type="pres">
      <dgm:prSet presAssocID="{25A2F2C4-9668-40B5-93DE-55D4432E6B8C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F08FAAD1-82F5-49B3-A0FA-D20708D1D086}" type="pres">
      <dgm:prSet presAssocID="{25A2F2C4-9668-40B5-93DE-55D4432E6B8C}" presName="spaceRect" presStyleCnt="0"/>
      <dgm:spPr/>
    </dgm:pt>
    <dgm:pt modelId="{39FEE600-B92D-4D6B-A2FF-40C7CEDB9076}" type="pres">
      <dgm:prSet presAssocID="{25A2F2C4-9668-40B5-93DE-55D4432E6B8C}" presName="parTx" presStyleLbl="revTx" presStyleIdx="0" presStyleCnt="5">
        <dgm:presLayoutVars>
          <dgm:chMax val="0"/>
          <dgm:chPref val="0"/>
        </dgm:presLayoutVars>
      </dgm:prSet>
      <dgm:spPr/>
    </dgm:pt>
    <dgm:pt modelId="{D6143191-59BB-43E1-A9C0-CA6C600E54D2}" type="pres">
      <dgm:prSet presAssocID="{D9A18A38-2AFC-44B6-B21F-90806151BC17}" presName="sibTrans" presStyleCnt="0"/>
      <dgm:spPr/>
    </dgm:pt>
    <dgm:pt modelId="{D7D9BF94-D780-46EB-8DDD-A272103957D5}" type="pres">
      <dgm:prSet presAssocID="{A703D10E-6147-4559-A00E-372F4B85F5D1}" presName="compNode" presStyleCnt="0"/>
      <dgm:spPr/>
    </dgm:pt>
    <dgm:pt modelId="{F999082F-3795-48FE-8F03-FC201EF84C2F}" type="pres">
      <dgm:prSet presAssocID="{A703D10E-6147-4559-A00E-372F4B85F5D1}" presName="bgRect" presStyleLbl="bgShp" presStyleIdx="1" presStyleCnt="5"/>
      <dgm:spPr/>
    </dgm:pt>
    <dgm:pt modelId="{1D8F8BDA-F326-44CA-99A3-93074C464753}" type="pres">
      <dgm:prSet presAssocID="{A703D10E-6147-4559-A00E-372F4B85F5D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071BA2AF-C6CA-465E-B406-77187C953AC3}" type="pres">
      <dgm:prSet presAssocID="{A703D10E-6147-4559-A00E-372F4B85F5D1}" presName="spaceRect" presStyleCnt="0"/>
      <dgm:spPr/>
    </dgm:pt>
    <dgm:pt modelId="{753D88F3-6826-452A-9679-67E2D85D82B8}" type="pres">
      <dgm:prSet presAssocID="{A703D10E-6147-4559-A00E-372F4B85F5D1}" presName="parTx" presStyleLbl="revTx" presStyleIdx="1" presStyleCnt="5">
        <dgm:presLayoutVars>
          <dgm:chMax val="0"/>
          <dgm:chPref val="0"/>
        </dgm:presLayoutVars>
      </dgm:prSet>
      <dgm:spPr/>
    </dgm:pt>
    <dgm:pt modelId="{172D2ED3-AA95-4BD9-BC33-EA4A7C4E65D4}" type="pres">
      <dgm:prSet presAssocID="{9909BB97-6FED-4B3A-AB2A-3037EF25B4DB}" presName="sibTrans" presStyleCnt="0"/>
      <dgm:spPr/>
    </dgm:pt>
    <dgm:pt modelId="{BEB7420D-9052-483B-B42A-22B621FB7722}" type="pres">
      <dgm:prSet presAssocID="{11043B42-F1C4-4F8D-AA26-85E920992484}" presName="compNode" presStyleCnt="0"/>
      <dgm:spPr/>
    </dgm:pt>
    <dgm:pt modelId="{0793CDD7-FCA4-4349-9047-61ADE7D2A97B}" type="pres">
      <dgm:prSet presAssocID="{11043B42-F1C4-4F8D-AA26-85E920992484}" presName="bgRect" presStyleLbl="bgShp" presStyleIdx="2" presStyleCnt="5"/>
      <dgm:spPr/>
    </dgm:pt>
    <dgm:pt modelId="{0C2D301E-8A32-423F-864A-208E14B1AE51}" type="pres">
      <dgm:prSet presAssocID="{11043B42-F1C4-4F8D-AA26-85E920992484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124B498C-6E41-4E11-BEB6-6C6FE43BE6CB}" type="pres">
      <dgm:prSet presAssocID="{11043B42-F1C4-4F8D-AA26-85E920992484}" presName="spaceRect" presStyleCnt="0"/>
      <dgm:spPr/>
    </dgm:pt>
    <dgm:pt modelId="{06313BD7-BADF-4042-9FB5-B59B4A4CC936}" type="pres">
      <dgm:prSet presAssocID="{11043B42-F1C4-4F8D-AA26-85E920992484}" presName="parTx" presStyleLbl="revTx" presStyleIdx="2" presStyleCnt="5">
        <dgm:presLayoutVars>
          <dgm:chMax val="0"/>
          <dgm:chPref val="0"/>
        </dgm:presLayoutVars>
      </dgm:prSet>
      <dgm:spPr/>
    </dgm:pt>
    <dgm:pt modelId="{DEDFBE3B-7056-4CE8-B051-5C475E9D4A46}" type="pres">
      <dgm:prSet presAssocID="{5A6C22E8-5F48-4017-B9D4-2220F1587921}" presName="sibTrans" presStyleCnt="0"/>
      <dgm:spPr/>
    </dgm:pt>
    <dgm:pt modelId="{B9ED6186-4C5A-4628-B66D-D8C527F08963}" type="pres">
      <dgm:prSet presAssocID="{D3266598-AF84-44C5-8156-40F740C3A86E}" presName="compNode" presStyleCnt="0"/>
      <dgm:spPr/>
    </dgm:pt>
    <dgm:pt modelId="{BBC7AA5F-5F44-4C73-A5EF-F1F3AF6823BF}" type="pres">
      <dgm:prSet presAssocID="{D3266598-AF84-44C5-8156-40F740C3A86E}" presName="bgRect" presStyleLbl="bgShp" presStyleIdx="3" presStyleCnt="5"/>
      <dgm:spPr/>
    </dgm:pt>
    <dgm:pt modelId="{EC608110-5E98-4990-B67C-B6A9B488C074}" type="pres">
      <dgm:prSet presAssocID="{D3266598-AF84-44C5-8156-40F740C3A86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5EBE83E8-E8F0-4359-9522-5B003D504CDB}" type="pres">
      <dgm:prSet presAssocID="{D3266598-AF84-44C5-8156-40F740C3A86E}" presName="spaceRect" presStyleCnt="0"/>
      <dgm:spPr/>
    </dgm:pt>
    <dgm:pt modelId="{CB0A888E-0D1E-4FD3-BFAD-81D2D3BAD21F}" type="pres">
      <dgm:prSet presAssocID="{D3266598-AF84-44C5-8156-40F740C3A86E}" presName="parTx" presStyleLbl="revTx" presStyleIdx="3" presStyleCnt="5">
        <dgm:presLayoutVars>
          <dgm:chMax val="0"/>
          <dgm:chPref val="0"/>
        </dgm:presLayoutVars>
      </dgm:prSet>
      <dgm:spPr/>
    </dgm:pt>
    <dgm:pt modelId="{323E9721-C889-E745-A57B-59D890ABAA79}" type="pres">
      <dgm:prSet presAssocID="{502F4CED-788B-478C-B636-0E253B9FE3D5}" presName="sibTrans" presStyleCnt="0"/>
      <dgm:spPr/>
    </dgm:pt>
    <dgm:pt modelId="{D0D26996-60D1-3E40-A1D6-A5C265A2D742}" type="pres">
      <dgm:prSet presAssocID="{4CB24BEF-9B63-294D-B494-A7A623EC51DC}" presName="compNode" presStyleCnt="0"/>
      <dgm:spPr/>
    </dgm:pt>
    <dgm:pt modelId="{E71E5FB3-AB65-9C4B-A857-AD83AD45287C}" type="pres">
      <dgm:prSet presAssocID="{4CB24BEF-9B63-294D-B494-A7A623EC51DC}" presName="bgRect" presStyleLbl="bgShp" presStyleIdx="4" presStyleCnt="5"/>
      <dgm:spPr/>
    </dgm:pt>
    <dgm:pt modelId="{E16380DF-9C47-FF44-943D-B2A1CD77C570}" type="pres">
      <dgm:prSet presAssocID="{4CB24BEF-9B63-294D-B494-A7A623EC51DC}" presName="iconRect" presStyleLbl="node1" presStyleIdx="4" presStyleCnt="5"/>
      <dgm:spPr/>
    </dgm:pt>
    <dgm:pt modelId="{620790E1-2A0D-4848-81EF-46EAD5F77B7A}" type="pres">
      <dgm:prSet presAssocID="{4CB24BEF-9B63-294D-B494-A7A623EC51DC}" presName="spaceRect" presStyleCnt="0"/>
      <dgm:spPr/>
    </dgm:pt>
    <dgm:pt modelId="{A0CA2812-47B8-2D4E-AC2E-AF60F98C7534}" type="pres">
      <dgm:prSet presAssocID="{4CB24BEF-9B63-294D-B494-A7A623EC51DC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ACB39D08-A1D6-4FD1-BDA4-6E8A085E1DB6}" type="presOf" srcId="{A703D10E-6147-4559-A00E-372F4B85F5D1}" destId="{753D88F3-6826-452A-9679-67E2D85D82B8}" srcOrd="0" destOrd="0" presId="urn:microsoft.com/office/officeart/2018/2/layout/IconVerticalSolidList"/>
    <dgm:cxn modelId="{CC137814-BD6E-E542-B3C0-157E29C0093E}" srcId="{4C041BD6-0CB8-4F3C-96B4-3E67F0C0F1D4}" destId="{4CB24BEF-9B63-294D-B494-A7A623EC51DC}" srcOrd="4" destOrd="0" parTransId="{6FC7C864-2F38-C24F-AF83-E6EEAAB15781}" sibTransId="{496780EF-3ECE-054F-8608-1E297EADF763}"/>
    <dgm:cxn modelId="{30053E26-48C2-4140-909F-21B63063CAF6}" srcId="{4C041BD6-0CB8-4F3C-96B4-3E67F0C0F1D4}" destId="{25A2F2C4-9668-40B5-93DE-55D4432E6B8C}" srcOrd="0" destOrd="0" parTransId="{AB500643-E3DA-43DB-A1B5-22356AE09AD3}" sibTransId="{D9A18A38-2AFC-44B6-B21F-90806151BC17}"/>
    <dgm:cxn modelId="{50C23F2E-E603-4D71-9099-2FA0CA2FDE0F}" type="presOf" srcId="{25A2F2C4-9668-40B5-93DE-55D4432E6B8C}" destId="{39FEE600-B92D-4D6B-A2FF-40C7CEDB9076}" srcOrd="0" destOrd="0" presId="urn:microsoft.com/office/officeart/2018/2/layout/IconVerticalSolidList"/>
    <dgm:cxn modelId="{38CF9932-0977-4DC8-B2EE-3741CCA68F16}" type="presOf" srcId="{11043B42-F1C4-4F8D-AA26-85E920992484}" destId="{06313BD7-BADF-4042-9FB5-B59B4A4CC936}" srcOrd="0" destOrd="0" presId="urn:microsoft.com/office/officeart/2018/2/layout/IconVerticalSolidList"/>
    <dgm:cxn modelId="{F6BB1F39-DBE3-3F4B-AD9A-92C9D5B71EAF}" type="presOf" srcId="{4CB24BEF-9B63-294D-B494-A7A623EC51DC}" destId="{A0CA2812-47B8-2D4E-AC2E-AF60F98C7534}" srcOrd="0" destOrd="0" presId="urn:microsoft.com/office/officeart/2018/2/layout/IconVerticalSolidList"/>
    <dgm:cxn modelId="{79D9274F-EB8D-4859-B4D4-2B59E50281D0}" srcId="{4C041BD6-0CB8-4F3C-96B4-3E67F0C0F1D4}" destId="{11043B42-F1C4-4F8D-AA26-85E920992484}" srcOrd="2" destOrd="0" parTransId="{88C29F79-89B6-45F0-A9ED-F6620CA401F5}" sibTransId="{5A6C22E8-5F48-4017-B9D4-2220F1587921}"/>
    <dgm:cxn modelId="{E8BFE056-CC96-4E8E-A7AF-423E1830CCD6}" srcId="{4C041BD6-0CB8-4F3C-96B4-3E67F0C0F1D4}" destId="{D3266598-AF84-44C5-8156-40F740C3A86E}" srcOrd="3" destOrd="0" parTransId="{56665024-596F-409B-8F76-A33D066447B5}" sibTransId="{502F4CED-788B-478C-B636-0E253B9FE3D5}"/>
    <dgm:cxn modelId="{868CC79F-E055-47CF-ACCB-1387EBA81C8B}" type="presOf" srcId="{D3266598-AF84-44C5-8156-40F740C3A86E}" destId="{CB0A888E-0D1E-4FD3-BFAD-81D2D3BAD21F}" srcOrd="0" destOrd="0" presId="urn:microsoft.com/office/officeart/2018/2/layout/IconVerticalSolidList"/>
    <dgm:cxn modelId="{AB9DB8CF-DD66-44EF-81FE-1E6FB320BBDD}" srcId="{4C041BD6-0CB8-4F3C-96B4-3E67F0C0F1D4}" destId="{A703D10E-6147-4559-A00E-372F4B85F5D1}" srcOrd="1" destOrd="0" parTransId="{A37FE310-21D8-429B-8E09-4EBB3C4A08CB}" sibTransId="{9909BB97-6FED-4B3A-AB2A-3037EF25B4DB}"/>
    <dgm:cxn modelId="{FB4F4DF7-311D-4829-B5E9-DC86D8015927}" type="presOf" srcId="{4C041BD6-0CB8-4F3C-96B4-3E67F0C0F1D4}" destId="{C493BA05-3F40-492A-8122-9AF32A581316}" srcOrd="0" destOrd="0" presId="urn:microsoft.com/office/officeart/2018/2/layout/IconVerticalSolidList"/>
    <dgm:cxn modelId="{C84D3106-F34A-4CBF-98F3-D52927B5D2DA}" type="presParOf" srcId="{C493BA05-3F40-492A-8122-9AF32A581316}" destId="{FD6012F6-8703-43A7-AF5E-C7BF2FD7D010}" srcOrd="0" destOrd="0" presId="urn:microsoft.com/office/officeart/2018/2/layout/IconVerticalSolidList"/>
    <dgm:cxn modelId="{4C6570A8-9E4F-41FB-9758-EC1A0310FE83}" type="presParOf" srcId="{FD6012F6-8703-43A7-AF5E-C7BF2FD7D010}" destId="{3B48C811-62BF-47C3-B43E-2A67FAC2AE66}" srcOrd="0" destOrd="0" presId="urn:microsoft.com/office/officeart/2018/2/layout/IconVerticalSolidList"/>
    <dgm:cxn modelId="{752F0B5B-FECA-480D-BAD7-AA229650B134}" type="presParOf" srcId="{FD6012F6-8703-43A7-AF5E-C7BF2FD7D010}" destId="{4ADE2E14-4587-4538-BD23-452848E69BCC}" srcOrd="1" destOrd="0" presId="urn:microsoft.com/office/officeart/2018/2/layout/IconVerticalSolidList"/>
    <dgm:cxn modelId="{A28408A4-DAEB-47A0-9A51-C1D66236B8C3}" type="presParOf" srcId="{FD6012F6-8703-43A7-AF5E-C7BF2FD7D010}" destId="{F08FAAD1-82F5-49B3-A0FA-D20708D1D086}" srcOrd="2" destOrd="0" presId="urn:microsoft.com/office/officeart/2018/2/layout/IconVerticalSolidList"/>
    <dgm:cxn modelId="{907670FE-0326-4040-98EB-2B5C9CCAD686}" type="presParOf" srcId="{FD6012F6-8703-43A7-AF5E-C7BF2FD7D010}" destId="{39FEE600-B92D-4D6B-A2FF-40C7CEDB9076}" srcOrd="3" destOrd="0" presId="urn:microsoft.com/office/officeart/2018/2/layout/IconVerticalSolidList"/>
    <dgm:cxn modelId="{CA7B164B-FEAE-4A07-AFDB-EC590B555F5F}" type="presParOf" srcId="{C493BA05-3F40-492A-8122-9AF32A581316}" destId="{D6143191-59BB-43E1-A9C0-CA6C600E54D2}" srcOrd="1" destOrd="0" presId="urn:microsoft.com/office/officeart/2018/2/layout/IconVerticalSolidList"/>
    <dgm:cxn modelId="{F264BF71-51BC-4192-AD20-61FCA9A80D9C}" type="presParOf" srcId="{C493BA05-3F40-492A-8122-9AF32A581316}" destId="{D7D9BF94-D780-46EB-8DDD-A272103957D5}" srcOrd="2" destOrd="0" presId="urn:microsoft.com/office/officeart/2018/2/layout/IconVerticalSolidList"/>
    <dgm:cxn modelId="{7F6FBCBF-E489-4672-AB6A-8060C1A8DC9B}" type="presParOf" srcId="{D7D9BF94-D780-46EB-8DDD-A272103957D5}" destId="{F999082F-3795-48FE-8F03-FC201EF84C2F}" srcOrd="0" destOrd="0" presId="urn:microsoft.com/office/officeart/2018/2/layout/IconVerticalSolidList"/>
    <dgm:cxn modelId="{55708EC2-27E1-410A-9328-B356BB100B46}" type="presParOf" srcId="{D7D9BF94-D780-46EB-8DDD-A272103957D5}" destId="{1D8F8BDA-F326-44CA-99A3-93074C464753}" srcOrd="1" destOrd="0" presId="urn:microsoft.com/office/officeart/2018/2/layout/IconVerticalSolidList"/>
    <dgm:cxn modelId="{F000F37E-6C35-47FB-B394-5BAC40A5BF79}" type="presParOf" srcId="{D7D9BF94-D780-46EB-8DDD-A272103957D5}" destId="{071BA2AF-C6CA-465E-B406-77187C953AC3}" srcOrd="2" destOrd="0" presId="urn:microsoft.com/office/officeart/2018/2/layout/IconVerticalSolidList"/>
    <dgm:cxn modelId="{39CAF6E3-2ACC-4265-B0A5-E8CE8AFDD041}" type="presParOf" srcId="{D7D9BF94-D780-46EB-8DDD-A272103957D5}" destId="{753D88F3-6826-452A-9679-67E2D85D82B8}" srcOrd="3" destOrd="0" presId="urn:microsoft.com/office/officeart/2018/2/layout/IconVerticalSolidList"/>
    <dgm:cxn modelId="{065A1635-5DAB-4D07-B8B2-65F86AAE76EE}" type="presParOf" srcId="{C493BA05-3F40-492A-8122-9AF32A581316}" destId="{172D2ED3-AA95-4BD9-BC33-EA4A7C4E65D4}" srcOrd="3" destOrd="0" presId="urn:microsoft.com/office/officeart/2018/2/layout/IconVerticalSolidList"/>
    <dgm:cxn modelId="{5E5FA92B-CAB2-4AA9-900D-7A30FDF98344}" type="presParOf" srcId="{C493BA05-3F40-492A-8122-9AF32A581316}" destId="{BEB7420D-9052-483B-B42A-22B621FB7722}" srcOrd="4" destOrd="0" presId="urn:microsoft.com/office/officeart/2018/2/layout/IconVerticalSolidList"/>
    <dgm:cxn modelId="{D511473B-C599-494B-998A-BDF55BE2F291}" type="presParOf" srcId="{BEB7420D-9052-483B-B42A-22B621FB7722}" destId="{0793CDD7-FCA4-4349-9047-61ADE7D2A97B}" srcOrd="0" destOrd="0" presId="urn:microsoft.com/office/officeart/2018/2/layout/IconVerticalSolidList"/>
    <dgm:cxn modelId="{98FF3042-C502-4E8E-9071-84DF3403DD52}" type="presParOf" srcId="{BEB7420D-9052-483B-B42A-22B621FB7722}" destId="{0C2D301E-8A32-423F-864A-208E14B1AE51}" srcOrd="1" destOrd="0" presId="urn:microsoft.com/office/officeart/2018/2/layout/IconVerticalSolidList"/>
    <dgm:cxn modelId="{62C29837-EE94-4DB0-8C4E-0AC27782379F}" type="presParOf" srcId="{BEB7420D-9052-483B-B42A-22B621FB7722}" destId="{124B498C-6E41-4E11-BEB6-6C6FE43BE6CB}" srcOrd="2" destOrd="0" presId="urn:microsoft.com/office/officeart/2018/2/layout/IconVerticalSolidList"/>
    <dgm:cxn modelId="{8C23D783-C122-449A-AE24-E63320F74CB9}" type="presParOf" srcId="{BEB7420D-9052-483B-B42A-22B621FB7722}" destId="{06313BD7-BADF-4042-9FB5-B59B4A4CC936}" srcOrd="3" destOrd="0" presId="urn:microsoft.com/office/officeart/2018/2/layout/IconVerticalSolidList"/>
    <dgm:cxn modelId="{EC3844B9-3610-47B1-AC6F-F24FCDA67036}" type="presParOf" srcId="{C493BA05-3F40-492A-8122-9AF32A581316}" destId="{DEDFBE3B-7056-4CE8-B051-5C475E9D4A46}" srcOrd="5" destOrd="0" presId="urn:microsoft.com/office/officeart/2018/2/layout/IconVerticalSolidList"/>
    <dgm:cxn modelId="{26A9E76B-9018-43C1-811A-5801A389CB72}" type="presParOf" srcId="{C493BA05-3F40-492A-8122-9AF32A581316}" destId="{B9ED6186-4C5A-4628-B66D-D8C527F08963}" srcOrd="6" destOrd="0" presId="urn:microsoft.com/office/officeart/2018/2/layout/IconVerticalSolidList"/>
    <dgm:cxn modelId="{7E9565C4-0E34-4342-9324-0FC961499598}" type="presParOf" srcId="{B9ED6186-4C5A-4628-B66D-D8C527F08963}" destId="{BBC7AA5F-5F44-4C73-A5EF-F1F3AF6823BF}" srcOrd="0" destOrd="0" presId="urn:microsoft.com/office/officeart/2018/2/layout/IconVerticalSolidList"/>
    <dgm:cxn modelId="{E17F8129-BA7E-472A-AB55-EA0BF92EE687}" type="presParOf" srcId="{B9ED6186-4C5A-4628-B66D-D8C527F08963}" destId="{EC608110-5E98-4990-B67C-B6A9B488C074}" srcOrd="1" destOrd="0" presId="urn:microsoft.com/office/officeart/2018/2/layout/IconVerticalSolidList"/>
    <dgm:cxn modelId="{FF7DE801-AF53-47A5-A596-47C283829A17}" type="presParOf" srcId="{B9ED6186-4C5A-4628-B66D-D8C527F08963}" destId="{5EBE83E8-E8F0-4359-9522-5B003D504CDB}" srcOrd="2" destOrd="0" presId="urn:microsoft.com/office/officeart/2018/2/layout/IconVerticalSolidList"/>
    <dgm:cxn modelId="{40CFD55C-D897-4730-9206-C5304A515889}" type="presParOf" srcId="{B9ED6186-4C5A-4628-B66D-D8C527F08963}" destId="{CB0A888E-0D1E-4FD3-BFAD-81D2D3BAD21F}" srcOrd="3" destOrd="0" presId="urn:microsoft.com/office/officeart/2018/2/layout/IconVerticalSolidList"/>
    <dgm:cxn modelId="{0663AFD7-6C3D-6B4F-BF39-521EE661FFC3}" type="presParOf" srcId="{C493BA05-3F40-492A-8122-9AF32A581316}" destId="{323E9721-C889-E745-A57B-59D890ABAA79}" srcOrd="7" destOrd="0" presId="urn:microsoft.com/office/officeart/2018/2/layout/IconVerticalSolidList"/>
    <dgm:cxn modelId="{282C9E75-3B53-274E-93DF-09157945E74C}" type="presParOf" srcId="{C493BA05-3F40-492A-8122-9AF32A581316}" destId="{D0D26996-60D1-3E40-A1D6-A5C265A2D742}" srcOrd="8" destOrd="0" presId="urn:microsoft.com/office/officeart/2018/2/layout/IconVerticalSolidList"/>
    <dgm:cxn modelId="{514AF3FA-467D-044F-A1AA-7B43B17781AB}" type="presParOf" srcId="{D0D26996-60D1-3E40-A1D6-A5C265A2D742}" destId="{E71E5FB3-AB65-9C4B-A857-AD83AD45287C}" srcOrd="0" destOrd="0" presId="urn:microsoft.com/office/officeart/2018/2/layout/IconVerticalSolidList"/>
    <dgm:cxn modelId="{12BFED97-EB27-B84E-B840-12D69FFFAF7B}" type="presParOf" srcId="{D0D26996-60D1-3E40-A1D6-A5C265A2D742}" destId="{E16380DF-9C47-FF44-943D-B2A1CD77C570}" srcOrd="1" destOrd="0" presId="urn:microsoft.com/office/officeart/2018/2/layout/IconVerticalSolidList"/>
    <dgm:cxn modelId="{37142A84-5B35-E946-BD8E-7DC4CF57D565}" type="presParOf" srcId="{D0D26996-60D1-3E40-A1D6-A5C265A2D742}" destId="{620790E1-2A0D-4848-81EF-46EAD5F77B7A}" srcOrd="2" destOrd="0" presId="urn:microsoft.com/office/officeart/2018/2/layout/IconVerticalSolidList"/>
    <dgm:cxn modelId="{C9F5B276-92D3-B44A-A019-993DE9116D83}" type="presParOf" srcId="{D0D26996-60D1-3E40-A1D6-A5C265A2D742}" destId="{A0CA2812-47B8-2D4E-AC2E-AF60F98C753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D00EA6-F31B-E24A-91E7-0ED20ABF1CDF}">
      <dsp:nvSpPr>
        <dsp:cNvPr id="0" name=""/>
        <dsp:cNvSpPr/>
      </dsp:nvSpPr>
      <dsp:spPr>
        <a:xfrm>
          <a:off x="0" y="0"/>
          <a:ext cx="3455821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76A690E-D59F-7343-9567-F49593655E47}">
      <dsp:nvSpPr>
        <dsp:cNvPr id="0" name=""/>
        <dsp:cNvSpPr/>
      </dsp:nvSpPr>
      <dsp:spPr>
        <a:xfrm>
          <a:off x="0" y="0"/>
          <a:ext cx="3455821" cy="8619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User logs in through Streamlit's authentication system, which checks environment variables and secrets for credentials</a:t>
          </a:r>
          <a:endParaRPr lang="en-US" sz="1300" kern="1200"/>
        </a:p>
      </dsp:txBody>
      <dsp:txXfrm>
        <a:off x="0" y="0"/>
        <a:ext cx="3455821" cy="861958"/>
      </dsp:txXfrm>
    </dsp:sp>
    <dsp:sp modelId="{9ABB80DA-EE0E-9D41-8A18-2B46EF912DB3}">
      <dsp:nvSpPr>
        <dsp:cNvPr id="0" name=""/>
        <dsp:cNvSpPr/>
      </dsp:nvSpPr>
      <dsp:spPr>
        <a:xfrm>
          <a:off x="0" y="861958"/>
          <a:ext cx="3455821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8CA429A-A007-FA4E-88FE-86C5725FDEC3}">
      <dsp:nvSpPr>
        <dsp:cNvPr id="0" name=""/>
        <dsp:cNvSpPr/>
      </dsp:nvSpPr>
      <dsp:spPr>
        <a:xfrm>
          <a:off x="0" y="861958"/>
          <a:ext cx="3455821" cy="8619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The Streamlit app connects to the SevenRooms API to fetch reservation data</a:t>
          </a:r>
          <a:endParaRPr lang="en-US" sz="1300" kern="1200"/>
        </a:p>
      </dsp:txBody>
      <dsp:txXfrm>
        <a:off x="0" y="861958"/>
        <a:ext cx="3455821" cy="861958"/>
      </dsp:txXfrm>
    </dsp:sp>
    <dsp:sp modelId="{DAD47347-D1A5-0147-B4BC-106617E57EA8}">
      <dsp:nvSpPr>
        <dsp:cNvPr id="0" name=""/>
        <dsp:cNvSpPr/>
      </dsp:nvSpPr>
      <dsp:spPr>
        <a:xfrm>
          <a:off x="0" y="1723916"/>
          <a:ext cx="3455821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B22C3F6-442E-1548-8D18-0D5DC3699C81}">
      <dsp:nvSpPr>
        <dsp:cNvPr id="0" name=""/>
        <dsp:cNvSpPr/>
      </dsp:nvSpPr>
      <dsp:spPr>
        <a:xfrm>
          <a:off x="0" y="1723916"/>
          <a:ext cx="3455821" cy="8619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The system processes the raw data from SevenRooms and transforms it into a usable format</a:t>
          </a:r>
          <a:endParaRPr lang="en-US" sz="1300" kern="1200"/>
        </a:p>
      </dsp:txBody>
      <dsp:txXfrm>
        <a:off x="0" y="1723916"/>
        <a:ext cx="3455821" cy="861958"/>
      </dsp:txXfrm>
    </dsp:sp>
    <dsp:sp modelId="{5F731636-7CE1-F848-8BC4-B964199E0F7A}">
      <dsp:nvSpPr>
        <dsp:cNvPr id="0" name=""/>
        <dsp:cNvSpPr/>
      </dsp:nvSpPr>
      <dsp:spPr>
        <a:xfrm>
          <a:off x="0" y="2585874"/>
          <a:ext cx="3455821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4D347D5-16A2-6E4F-BAC7-DACB9EE37CDF}">
      <dsp:nvSpPr>
        <dsp:cNvPr id="0" name=""/>
        <dsp:cNvSpPr/>
      </dsp:nvSpPr>
      <dsp:spPr>
        <a:xfrm>
          <a:off x="0" y="2585873"/>
          <a:ext cx="3455821" cy="8619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Python code written on local computer and pushed to Github repo</a:t>
          </a:r>
        </a:p>
      </dsp:txBody>
      <dsp:txXfrm>
        <a:off x="0" y="2585873"/>
        <a:ext cx="3455821" cy="8619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48C811-62BF-47C3-B43E-2A67FAC2AE66}">
      <dsp:nvSpPr>
        <dsp:cNvPr id="0" name=""/>
        <dsp:cNvSpPr/>
      </dsp:nvSpPr>
      <dsp:spPr>
        <a:xfrm>
          <a:off x="0" y="3399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DE2E14-4587-4538-BD23-452848E69BCC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FEE600-B92D-4D6B-A2FF-40C7CEDB9076}">
      <dsp:nvSpPr>
        <dsp:cNvPr id="0" name=""/>
        <dsp:cNvSpPr/>
      </dsp:nvSpPr>
      <dsp:spPr>
        <a:xfrm>
          <a:off x="836323" y="3399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Additional functionality</a:t>
          </a:r>
        </a:p>
      </dsp:txBody>
      <dsp:txXfrm>
        <a:off x="836323" y="3399"/>
        <a:ext cx="9679276" cy="724089"/>
      </dsp:txXfrm>
    </dsp:sp>
    <dsp:sp modelId="{F999082F-3795-48FE-8F03-FC201EF84C2F}">
      <dsp:nvSpPr>
        <dsp:cNvPr id="0" name=""/>
        <dsp:cNvSpPr/>
      </dsp:nvSpPr>
      <dsp:spPr>
        <a:xfrm>
          <a:off x="0" y="908511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8F8BDA-F326-44CA-99A3-93074C464753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3D88F3-6826-452A-9679-67E2D85D82B8}">
      <dsp:nvSpPr>
        <dsp:cNvPr id="0" name=""/>
        <dsp:cNvSpPr/>
      </dsp:nvSpPr>
      <dsp:spPr>
        <a:xfrm>
          <a:off x="836323" y="908511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Speed (host on our own server e.g. AWS (~£15/month)</a:t>
          </a:r>
        </a:p>
      </dsp:txBody>
      <dsp:txXfrm>
        <a:off x="836323" y="908511"/>
        <a:ext cx="9679276" cy="724089"/>
      </dsp:txXfrm>
    </dsp:sp>
    <dsp:sp modelId="{0793CDD7-FCA4-4349-9047-61ADE7D2A97B}">
      <dsp:nvSpPr>
        <dsp:cNvPr id="0" name=""/>
        <dsp:cNvSpPr/>
      </dsp:nvSpPr>
      <dsp:spPr>
        <a:xfrm>
          <a:off x="0" y="1813624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2D301E-8A32-423F-864A-208E14B1AE51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313BD7-BADF-4042-9FB5-B59B4A4CC936}">
      <dsp:nvSpPr>
        <dsp:cNvPr id="0" name=""/>
        <dsp:cNvSpPr/>
      </dsp:nvSpPr>
      <dsp:spPr>
        <a:xfrm>
          <a:off x="836323" y="1813624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Security (individual usernames/passwords)</a:t>
          </a:r>
        </a:p>
      </dsp:txBody>
      <dsp:txXfrm>
        <a:off x="836323" y="1813624"/>
        <a:ext cx="9679276" cy="724089"/>
      </dsp:txXfrm>
    </dsp:sp>
    <dsp:sp modelId="{BBC7AA5F-5F44-4C73-A5EF-F1F3AF6823BF}">
      <dsp:nvSpPr>
        <dsp:cNvPr id="0" name=""/>
        <dsp:cNvSpPr/>
      </dsp:nvSpPr>
      <dsp:spPr>
        <a:xfrm>
          <a:off x="0" y="2718736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608110-5E98-4990-B67C-B6A9B488C074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0A888E-0D1E-4FD3-BFAD-81D2D3BAD21F}">
      <dsp:nvSpPr>
        <dsp:cNvPr id="0" name=""/>
        <dsp:cNvSpPr/>
      </dsp:nvSpPr>
      <dsp:spPr>
        <a:xfrm>
          <a:off x="836323" y="2718736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Add API calls to ChatGPT for feedback analysis (requires API account)</a:t>
          </a:r>
        </a:p>
      </dsp:txBody>
      <dsp:txXfrm>
        <a:off x="836323" y="2718736"/>
        <a:ext cx="9679276" cy="724089"/>
      </dsp:txXfrm>
    </dsp:sp>
    <dsp:sp modelId="{E71E5FB3-AB65-9C4B-A857-AD83AD45287C}">
      <dsp:nvSpPr>
        <dsp:cNvPr id="0" name=""/>
        <dsp:cNvSpPr/>
      </dsp:nvSpPr>
      <dsp:spPr>
        <a:xfrm>
          <a:off x="0" y="3623848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6380DF-9C47-FF44-943D-B2A1CD77C570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CA2812-47B8-2D4E-AC2E-AF60F98C7534}">
      <dsp:nvSpPr>
        <dsp:cNvPr id="0" name=""/>
        <dsp:cNvSpPr/>
      </dsp:nvSpPr>
      <dsp:spPr>
        <a:xfrm>
          <a:off x="836323" y="3623848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Integrate room bookings</a:t>
          </a:r>
        </a:p>
      </dsp:txBody>
      <dsp:txXfrm>
        <a:off x="836323" y="3623848"/>
        <a:ext cx="9679276" cy="7240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9F0EF-2F13-8F31-F4E6-1B6555643A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5A3C34-9474-A46C-9E28-DE7672B6B5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5BB794-DA01-BBE9-51ED-6A34F9A16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1F13-70D9-D046-9D7C-52960D9F5A63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6A649-A2C2-B6ED-BC0B-3FC3D19C5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29AF2-9061-25A0-DF89-2355B9083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25C8D-CCD3-4F4B-B9E6-043320C39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52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8759B-8B56-8849-C799-ADB6430A8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098B0-8567-0FA1-E1AB-DE7D206EBB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BEB2C-AF4B-87A5-12E6-B36906460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1F13-70D9-D046-9D7C-52960D9F5A63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6DFBD-7502-A7CE-E217-F4DD48C4A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E9C250-6953-747C-49EE-0239C3B28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25C8D-CCD3-4F4B-B9E6-043320C39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87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1C876-3A20-F4C8-9615-3F3C36D98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AF218-A19B-D12B-FADF-E7212791FB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FA15B-8E22-863F-20AA-DF25E4568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1F13-70D9-D046-9D7C-52960D9F5A63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C157F-6F68-6013-A549-F1B29048E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2F688-B193-0603-1E89-FEEB8BDF5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25C8D-CCD3-4F4B-B9E6-043320C39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152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736D5-45DB-5252-8D3F-01AE16874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35732-FCF4-6834-A41C-FDBA4BC146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9F353D-1367-2EC5-8D34-4C3AD07040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F8AA7D-D6BB-F858-1927-0A27BBCBE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1F13-70D9-D046-9D7C-52960D9F5A63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50C4F8-C780-A4EC-70AA-A08C0916D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F90C4F-A829-6D8F-1DE2-D5BC93B9E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25C8D-CCD3-4F4B-B9E6-043320C39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990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EA176-A0D2-A53D-4988-00AA066B9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402937-7DA6-ABAB-B99F-9EF499AE6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CEA52D-2ABA-645F-5119-8284B2C1B0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C297DE-63EF-B08F-DDFF-997E7688E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01CE34-4236-2655-CDBA-A3E9A52A19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D66969-DE29-3751-3AEE-132F53446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1F13-70D9-D046-9D7C-52960D9F5A63}" type="datetimeFigureOut">
              <a:rPr lang="en-US" smtClean="0"/>
              <a:t>12/8/25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33861C-A5A4-9F34-44E2-DE21D2AD0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9165B-7E18-0251-1F6B-AC9EC372C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25C8D-CCD3-4F4B-B9E6-043320C39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811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A22FA-0484-AC3E-D3F5-0936710F6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FC66D9-B323-D936-6033-D9C05C192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1F13-70D9-D046-9D7C-52960D9F5A63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CE777B-0628-621F-80DC-A45072F53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C1CEA0-46B8-B1B0-F8A5-2959B4591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25C8D-CCD3-4F4B-B9E6-043320C39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577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CC2086-DD0D-C714-5122-4EFE76BC9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1F13-70D9-D046-9D7C-52960D9F5A63}" type="datetimeFigureOut">
              <a:rPr lang="en-US" smtClean="0"/>
              <a:t>12/8/25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C49A05-6BEF-CF6A-DBA8-917C082EB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ED5CB-C13C-2853-2D3C-8425D7539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25C8D-CCD3-4F4B-B9E6-043320C39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564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11E17-44B8-E2B3-9577-888E3439F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16400-5894-2147-5D55-8CC8A011D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B89A23-54E2-166D-B30C-85E80DF91C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367E1D-1901-7478-2504-AB74F713E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1F13-70D9-D046-9D7C-52960D9F5A63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2F9A5C-353D-0318-C6CB-DE9511750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954241-1F19-77D3-1643-8E7FFFCBC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25C8D-CCD3-4F4B-B9E6-043320C39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208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2032F-8066-17F4-C656-B27C2B672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953791-8A45-F832-B389-DBF9F2C903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ABEFF0-86EC-B724-3893-B46AEBB7E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1619DC-FB7A-B576-98DA-8F79E7E07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1F13-70D9-D046-9D7C-52960D9F5A63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1A71EF-4E95-1463-82FA-1D6D63479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4A4B8C-8BDA-F696-2425-0BA42487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25C8D-CCD3-4F4B-B9E6-043320C39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313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55D8C-A5A6-1C4A-B7AE-13178528C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041164-CFBD-E5FF-970C-4868ADF079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5B7B4-F0BC-0F71-118B-52431ED94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1F13-70D9-D046-9D7C-52960D9F5A63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EC1B7-21A7-CFEC-924D-75BC26521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5D3F0A-28DA-94EE-B160-5F4FE07F6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25C8D-CCD3-4F4B-B9E6-043320C39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152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011A7D-A0C4-0AF4-AA62-7B5D0887A6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54A73F-3332-DE34-89C8-4F50658C04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2F03DB-AFDD-052B-A880-706130C64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1F13-70D9-D046-9D7C-52960D9F5A63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E1FFC-8FB1-AC46-AFF9-A3167B5B2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1D918-7F61-3D41-3788-269012A28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25C8D-CCD3-4F4B-B9E6-043320C39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682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6CF89C-9D41-F16C-2B2B-CF1D8AF2F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5C5948-0274-3CBB-757B-99003590A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A6839-ECFC-2361-2362-F7D20735BF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0A1F13-70D9-D046-9D7C-52960D9F5A63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2109B-A539-86B3-4D1D-3562EA78D6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D1F80-8900-4726-3512-287F94175C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525C8D-CCD3-4F4B-B9E6-043320C39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385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17CE51-B289-2F63-5DFC-4C7F4B6B6C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11" r="2" b="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0" name="Freeform 12">
            <a:extLst>
              <a:ext uri="{FF2B5EF4-FFF2-40B4-BE49-F238E27FC236}">
                <a16:creationId xmlns:a16="http://schemas.microsoft.com/office/drawing/2014/main" id="{522A94E1-AEBD-4286-BFF8-0711E4CD3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622650" y="5181600"/>
            <a:ext cx="9165010" cy="1174750"/>
          </a:xfrm>
          <a:custGeom>
            <a:avLst/>
            <a:gdLst>
              <a:gd name="connsiteX0" fmla="*/ 0 w 9165010"/>
              <a:gd name="connsiteY0" fmla="*/ 1073384 h 1073384"/>
              <a:gd name="connsiteX1" fmla="*/ 9165010 w 9165010"/>
              <a:gd name="connsiteY1" fmla="*/ 1073384 h 1073384"/>
              <a:gd name="connsiteX2" fmla="*/ 9165010 w 9165010"/>
              <a:gd name="connsiteY2" fmla="*/ 266817 h 1073384"/>
              <a:gd name="connsiteX3" fmla="*/ 4757604 w 9165010"/>
              <a:gd name="connsiteY3" fmla="*/ 266817 h 1073384"/>
              <a:gd name="connsiteX4" fmla="*/ 4582505 w 9165010"/>
              <a:gd name="connsiteY4" fmla="*/ 0 h 1073384"/>
              <a:gd name="connsiteX5" fmla="*/ 4407407 w 9165010"/>
              <a:gd name="connsiteY5" fmla="*/ 266817 h 1073384"/>
              <a:gd name="connsiteX6" fmla="*/ 0 w 9165010"/>
              <a:gd name="connsiteY6" fmla="*/ 266817 h 1073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65010" h="1073384">
                <a:moveTo>
                  <a:pt x="0" y="1073384"/>
                </a:moveTo>
                <a:lnTo>
                  <a:pt x="9165010" y="1073384"/>
                </a:lnTo>
                <a:lnTo>
                  <a:pt x="9165010" y="266817"/>
                </a:lnTo>
                <a:lnTo>
                  <a:pt x="4757604" y="266817"/>
                </a:lnTo>
                <a:lnTo>
                  <a:pt x="4582505" y="0"/>
                </a:lnTo>
                <a:lnTo>
                  <a:pt x="4407407" y="266817"/>
                </a:lnTo>
                <a:lnTo>
                  <a:pt x="0" y="266817"/>
                </a:lnTo>
                <a:close/>
              </a:path>
            </a:pathLst>
          </a:custGeom>
          <a:solidFill>
            <a:srgbClr val="404040">
              <a:alpha val="9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6BBC4F-AE24-0025-2D18-1D22F0787B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1650" y="5254391"/>
            <a:ext cx="8867012" cy="774934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Chickpea Dashboard</a:t>
            </a:r>
          </a:p>
        </p:txBody>
      </p:sp>
    </p:spTree>
    <p:extLst>
      <p:ext uri="{BB962C8B-B14F-4D97-AF65-F5344CB8AC3E}">
        <p14:creationId xmlns:p14="http://schemas.microsoft.com/office/powerpoint/2010/main" val="501847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14C7858-9398-2093-2040-612F6F79F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Chickpea dashboard app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059556-AE52-84CD-BA3D-DEA98881F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012" y="1878227"/>
            <a:ext cx="7233843" cy="3942443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9" name="Content Placeholder 6">
            <a:extLst>
              <a:ext uri="{FF2B5EF4-FFF2-40B4-BE49-F238E27FC236}">
                <a16:creationId xmlns:a16="http://schemas.microsoft.com/office/drawing/2014/main" id="{F9377F09-C3EB-EBE9-5D77-E907B2E87D5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4031603"/>
              </p:ext>
            </p:extLst>
          </p:nvPr>
        </p:nvGraphicFramePr>
        <p:xfrm>
          <a:off x="876693" y="2533476"/>
          <a:ext cx="3455821" cy="3447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33925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E1D204B-922B-BC25-050F-4A72017CA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082" y="323764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Demo</a:t>
            </a:r>
          </a:p>
        </p:txBody>
      </p:sp>
      <p:pic>
        <p:nvPicPr>
          <p:cNvPr id="9" name="Graphic 8" descr="Play">
            <a:extLst>
              <a:ext uri="{FF2B5EF4-FFF2-40B4-BE49-F238E27FC236}">
                <a16:creationId xmlns:a16="http://schemas.microsoft.com/office/drawing/2014/main" id="{1150F050-ABB8-9E05-1FFF-32037B359A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7247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7EFC934-A3D0-910A-0AA3-C3C52CAD2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to resolve</a:t>
            </a:r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46231EDE-2F1B-6957-9A15-260E62195F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223365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62323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105</Words>
  <Application>Microsoft Macintosh PowerPoint</Application>
  <PresentationFormat>Widescreen</PresentationFormat>
  <Paragraphs>13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Chickpea Dashboard</vt:lpstr>
      <vt:lpstr>Chickpea dashboard app</vt:lpstr>
      <vt:lpstr>Demo</vt:lpstr>
      <vt:lpstr>Issues to resolve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Patrick Sturgis</dc:creator>
  <cp:lastModifiedBy>Patrick Sturgis</cp:lastModifiedBy>
  <cp:revision>4</cp:revision>
  <dcterms:created xsi:type="dcterms:W3CDTF">2025-12-08T17:42:08Z</dcterms:created>
  <dcterms:modified xsi:type="dcterms:W3CDTF">2025-12-08T22:15:01Z</dcterms:modified>
</cp:coreProperties>
</file>